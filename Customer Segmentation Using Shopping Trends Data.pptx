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9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iya M" userId="4b03298a4f5e42c7" providerId="LiveId" clId="{75C480AA-350D-4F14-8F15-DE05D34F6296}"/>
    <pc:docChg chg="custSel addSld modSld">
      <pc:chgData name="Sandhiya M" userId="4b03298a4f5e42c7" providerId="LiveId" clId="{75C480AA-350D-4F14-8F15-DE05D34F6296}" dt="2026-01-25T12:50:11.005" v="27" actId="113"/>
      <pc:docMkLst>
        <pc:docMk/>
      </pc:docMkLst>
      <pc:sldChg chg="modSp mod">
        <pc:chgData name="Sandhiya M" userId="4b03298a4f5e42c7" providerId="LiveId" clId="{75C480AA-350D-4F14-8F15-DE05D34F6296}" dt="2026-01-25T12:50:11.005" v="27" actId="113"/>
        <pc:sldMkLst>
          <pc:docMk/>
          <pc:sldMk cId="742464008" sldId="268"/>
        </pc:sldMkLst>
        <pc:spChg chg="mod">
          <ac:chgData name="Sandhiya M" userId="4b03298a4f5e42c7" providerId="LiveId" clId="{75C480AA-350D-4F14-8F15-DE05D34F6296}" dt="2026-01-25T12:50:11.005" v="27" actId="113"/>
          <ac:spMkLst>
            <pc:docMk/>
            <pc:sldMk cId="742464008" sldId="268"/>
            <ac:spMk id="5" creationId="{51115028-7E32-0FDF-6D12-C263A8BC1815}"/>
          </ac:spMkLst>
        </pc:spChg>
      </pc:sldChg>
      <pc:sldChg chg="addSp delSp modSp new mod modClrScheme chgLayout">
        <pc:chgData name="Sandhiya M" userId="4b03298a4f5e42c7" providerId="LiveId" clId="{75C480AA-350D-4F14-8F15-DE05D34F6296}" dt="2026-01-25T12:49:00.647" v="16" actId="14100"/>
        <pc:sldMkLst>
          <pc:docMk/>
          <pc:sldMk cId="2551528833" sldId="270"/>
        </pc:sldMkLst>
        <pc:spChg chg="add mod">
          <ac:chgData name="Sandhiya M" userId="4b03298a4f5e42c7" providerId="LiveId" clId="{75C480AA-350D-4F14-8F15-DE05D34F6296}" dt="2026-01-25T12:49:00.647" v="16" actId="14100"/>
          <ac:spMkLst>
            <pc:docMk/>
            <pc:sldMk cId="2551528833" sldId="270"/>
            <ac:spMk id="2" creationId="{3647CE15-C07F-6AA5-4628-44AEC4C24E64}"/>
          </ac:spMkLst>
        </pc:spChg>
        <pc:spChg chg="add del mod">
          <ac:chgData name="Sandhiya M" userId="4b03298a4f5e42c7" providerId="LiveId" clId="{75C480AA-350D-4F14-8F15-DE05D34F6296}" dt="2026-01-25T12:48:39.142" v="4" actId="478"/>
          <ac:spMkLst>
            <pc:docMk/>
            <pc:sldMk cId="2551528833" sldId="270"/>
            <ac:spMk id="3" creationId="{5B3D4BB5-0375-4D9A-648B-024CC796676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08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65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18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1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74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04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1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04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36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33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98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0F4F1-A06C-4005-ABF6-F76BA2E7292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F62FAA7-3882-4E93-A3D7-475D34CF457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74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D39F-4AED-3EC9-3C56-82C3E74B8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83" y="957208"/>
            <a:ext cx="8704942" cy="254731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Using Shopping Trends Data</a:t>
            </a:r>
            <a:endParaRPr lang="en-IN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97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851E-2C26-32A5-FA1E-FFB82469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8C41F-F88B-D011-ED31-9D1B1700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409023"/>
            <a:ext cx="9603275" cy="345061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product categories where discounts should be applied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card spending based on age, season, and location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 customers using clustering techniques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targeted marketing strategies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61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2A5B-667D-8244-F7EB-67EA28C1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0E0D-4227-F47D-C3CE-64251D5B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547846"/>
            <a:ext cx="9603275" cy="123179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Shopping Trends Database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D5F01-A550-D321-56B9-94D65F995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37074"/>
            <a:ext cx="9603275" cy="345061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Records: 3000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Attributes: 19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Type: Structured customer transaction data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3BB7F9-EBDF-2AEF-C3FD-1FBD80DDD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99" y="3662369"/>
            <a:ext cx="9698001" cy="217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5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07261-DF0E-7C2B-754C-963DD4F6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A0FE-7414-8FD7-0AA3-1E19851C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966497"/>
            <a:ext cx="9603275" cy="104923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89C1-C235-234A-541F-A8A49655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250" y="2281203"/>
            <a:ext cx="9603275" cy="3450613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 – Data storage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– Data analysis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&amp; NumPy – Data processing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Scikit-learn – K-Means clustering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 –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91912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DA4B-2237-548C-F5D0-967FEBF9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65AC-BB96-D7C4-6F93-EB3B5050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90574"/>
            <a:ext cx="10415857" cy="104923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Collection, Understanding &amp; Cleaning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8BF084-CC1F-635F-A2BB-DF8EE6859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53" y="2087470"/>
            <a:ext cx="9603275" cy="3030722"/>
          </a:xfrm>
        </p:spPr>
        <p:txBody>
          <a:bodyPr/>
          <a:lstStyle/>
          <a:p>
            <a:r>
              <a:rPr lang="en-IN" dirty="0"/>
              <a:t>Data loaded using Pandas</a:t>
            </a:r>
          </a:p>
          <a:p>
            <a:r>
              <a:rPr lang="en-US" dirty="0"/>
              <a:t>Dataset structure and attributes analyzed</a:t>
            </a:r>
          </a:p>
          <a:p>
            <a:r>
              <a:rPr lang="en-US" dirty="0"/>
              <a:t>Data checked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dirty="0"/>
              <a:t> missing values and inconsistencies</a:t>
            </a:r>
          </a:p>
          <a:p>
            <a:r>
              <a:rPr lang="en-IN" dirty="0"/>
              <a:t>Categorical data encoded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8062DB-6987-A781-47EC-B8A439E37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73" y="4177040"/>
            <a:ext cx="4276738" cy="18823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68D99C-C749-1106-07F0-964D0974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024" y="4177040"/>
            <a:ext cx="4834924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40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FA07-7CB3-A33B-6654-AC60B0F3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D93B-F3D0-6BA1-80A5-8DDF3CC74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90574"/>
            <a:ext cx="9603275" cy="104923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– Discount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FBA0AF-DFCF-6EEA-BE66-99E0E964F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 performed</a:t>
            </a:r>
          </a:p>
          <a:p>
            <a:r>
              <a:rPr lang="en-US" dirty="0"/>
              <a:t>Category-wise discount impact analyzed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C039156-252F-BE3B-9B83-D7E9D7AF70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009CD2-2D70-E843-6D4B-0408AAD26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923" y="3276600"/>
            <a:ext cx="5971677" cy="185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69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A3D85-3050-0EA1-698F-4E9AA542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39EB-4A84-0B13-0FE5-C02FB679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90574"/>
            <a:ext cx="9603275" cy="104923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– Discount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115028-7E32-0FDF-6D12-C263A8BC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Findings</a:t>
            </a:r>
            <a:r>
              <a:rPr lang="en-US" dirty="0"/>
              <a:t>: Compared to outwear, people tend to buy footwear in larger quantities. </a:t>
            </a:r>
          </a:p>
          <a:p>
            <a:r>
              <a:rPr lang="en-US" dirty="0"/>
              <a:t>If discounts are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offered</a:t>
            </a:r>
            <a:r>
              <a:rPr lang="en-US" dirty="0"/>
              <a:t> on these products, it is likely to increase purchases significantly.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26F03-DA9D-911B-70A1-E80723A6B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3266070"/>
            <a:ext cx="9717866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6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6DFD-E04C-14F9-9303-F90FBC56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A379-5662-C05C-CC81-A2392503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90574"/>
            <a:ext cx="9603275" cy="104923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 Spending by 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5A6F4-27D2-AE88-9EF7-CD74C07D9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Filtered</a:t>
            </a:r>
            <a:r>
              <a:rPr lang="en-US" dirty="0"/>
              <a:t> credit and debit card transactions</a:t>
            </a:r>
          </a:p>
          <a:p>
            <a:r>
              <a:rPr lang="en-US" dirty="0"/>
              <a:t>Analyzed spending across age groups</a:t>
            </a:r>
          </a:p>
          <a:p>
            <a:r>
              <a:rPr lang="en-US" b="1" dirty="0"/>
              <a:t>Finding:</a:t>
            </a:r>
            <a:r>
              <a:rPr lang="en-US" dirty="0"/>
              <a:t> Customers aged 45+ shows highest card spending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69B63A-5C0E-DE88-4B33-33BD8B061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3893803"/>
            <a:ext cx="4754639" cy="1848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573189-D1D1-4551-B96A-43B1D131E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58" y="3741038"/>
            <a:ext cx="4220579" cy="200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4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0574-C10C-5702-D27A-DC10257A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DE89-D951-4849-A1ED-22C72715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90574"/>
            <a:ext cx="9603275" cy="104923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 &amp; Location Impact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C8A565-DD8D-CA5B-5D0E-EF4EFB532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Impact: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spending during Winter and Spring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 Impact: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 locations show higher card usage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D3337-C055-DF73-4CAF-A2D6904B9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362" y="4145157"/>
            <a:ext cx="9760492" cy="21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4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8059-9970-6012-3045-1D0F94B0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Selection, Scaling &amp; Clustering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40F3EA-D7B0-ED31-F9A7-5007468C3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418855"/>
            <a:ext cx="4103646" cy="345061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Selected key features for segmentation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standardized using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 applied with K = 3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891CC-165D-94EE-4676-F3D912FE1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820" y="2185350"/>
            <a:ext cx="5995516" cy="32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83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1285-EE91-EF5A-5D24-D958BF1B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0F87A-03E9-1E06-6450-3ED581EB5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0: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High-Value Loyal Customers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1: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Discount-Sensitive Customers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2: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Low-Frequency Customers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85FA70-3826-2DF5-E7FC-3A765C49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587" y="3741038"/>
            <a:ext cx="6035563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45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0A45-4D4F-60FA-39F2-E84D0DD3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53E8-2B5A-E7FC-6E56-F0BE6D44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9375E-C098-6358-F7D7-D2FB1D6C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3BA9C-6E2E-7763-5F8F-D8806C5C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31" y="365483"/>
            <a:ext cx="10592738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5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F4E4-BCEA-7EF1-49DD-6B764BB2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Marketing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E032-7319-FD79-D74D-3D5C6E9D3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477848"/>
            <a:ext cx="9603275" cy="345061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High-Value: Loyalty programs, exclusive offers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Discount-Sensitive: Coupons, flash sales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Low-Frequency: Welcome offers, re-engagement campaigns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69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0067-8016-1B14-C4AD-EF3B0EC0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CF28B-2302-996A-9DE9-26D2409D7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143551"/>
            <a:ext cx="9603275" cy="345061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 and card spending analysis helped identify key customer purchasing patterns across categories, age, season, and location.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were segmented into three distinct groups using clustering based on their shopping behavior.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insights enable targeted marketing strategies that improve customer retention and overall business performance.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088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CE15-C07F-6AA5-4628-44AEC4C2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77" y="802298"/>
            <a:ext cx="11385755" cy="2541431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5288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242</TotalTime>
  <Words>325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Gill Sans MT</vt:lpstr>
      <vt:lpstr>Gallery</vt:lpstr>
      <vt:lpstr>Customer Segmentation Using Shopping Trends Data</vt:lpstr>
      <vt:lpstr>OBJECTIVE OF THE PROJECT:</vt:lpstr>
      <vt:lpstr>Dataset Description Source: Shopping Trends Database </vt:lpstr>
      <vt:lpstr>Tools &amp; Technologies Used</vt:lpstr>
      <vt:lpstr>Data Collection, Understanding &amp; Cleaning</vt:lpstr>
      <vt:lpstr>EDA – Discount Analysis</vt:lpstr>
      <vt:lpstr>EDA – Discount Analysis</vt:lpstr>
      <vt:lpstr>Card Spending by Age</vt:lpstr>
      <vt:lpstr>Season &amp; Location Impact</vt:lpstr>
      <vt:lpstr>Feature Selection, Scaling &amp; Clustering</vt:lpstr>
      <vt:lpstr>Customer Segments Identified</vt:lpstr>
      <vt:lpstr>PowerPoint Presentation</vt:lpstr>
      <vt:lpstr>Targeted Marketing Strategies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M</dc:creator>
  <cp:lastModifiedBy>lavanyan511@outlook.com</cp:lastModifiedBy>
  <cp:revision>3</cp:revision>
  <dcterms:created xsi:type="dcterms:W3CDTF">2026-01-25T10:23:43Z</dcterms:created>
  <dcterms:modified xsi:type="dcterms:W3CDTF">2026-05-09T13:50:39Z</dcterms:modified>
</cp:coreProperties>
</file>